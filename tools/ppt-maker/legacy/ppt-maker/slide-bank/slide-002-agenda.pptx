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3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
  <Relationship Id="rId2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3" Type="http://schemas.openxmlformats.org/officeDocument/2006/relationships/slide" Target="slides/slide2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C5CBE-893D-1048-BE2F-FC5B170BA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7B995-A918-2918-9234-5D6BFA9A9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8C686-DA6F-2A35-E99B-8D8707AC54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67E3FE-2F3D-54DA-2C02-74F4C7DD16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6A76D1-24D9-396D-E7F0-FBB8D18C60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2865E8-7ED1-6BCF-3AB7-C701023014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F892835-F196-ACB4-5464-9EA2228257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3C84730-46FC-CAC5-68CC-A121F3342F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5401A5-60DC-2ADA-84BD-B02913BD73D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Online Image Placeholder 10">
            <a:extLst>
              <a:ext uri="{FF2B5EF4-FFF2-40B4-BE49-F238E27FC236}">
                <a16:creationId xmlns:a16="http://schemas.microsoft.com/office/drawing/2014/main" id="{CD568E3A-9BC9-1DE2-7C3E-D31C025F4A4E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Online Image Placeholder 11">
            <a:extLst>
              <a:ext uri="{FF2B5EF4-FFF2-40B4-BE49-F238E27FC236}">
                <a16:creationId xmlns:a16="http://schemas.microsoft.com/office/drawing/2014/main" id="{0CC1CC56-1037-10EB-51C9-725DEC900211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Online Image Placeholder 12">
            <a:extLst>
              <a:ext uri="{FF2B5EF4-FFF2-40B4-BE49-F238E27FC236}">
                <a16:creationId xmlns:a16="http://schemas.microsoft.com/office/drawing/2014/main" id="{38E19919-05E1-E6BD-CE0C-6ABB4B0BD841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Online Image Placeholder 13">
            <a:extLst>
              <a:ext uri="{FF2B5EF4-FFF2-40B4-BE49-F238E27FC236}">
                <a16:creationId xmlns:a16="http://schemas.microsoft.com/office/drawing/2014/main" id="{9A2E5A46-0FF1-2CD0-C5F7-E83416E28B8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Online Image Placeholder 14">
            <a:extLst>
              <a:ext uri="{FF2B5EF4-FFF2-40B4-BE49-F238E27FC236}">
                <a16:creationId xmlns:a16="http://schemas.microsoft.com/office/drawing/2014/main" id="{91862681-7D84-88A3-3982-C6D4ED6D80E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Online Image Placeholder 15">
            <a:extLst>
              <a:ext uri="{FF2B5EF4-FFF2-40B4-BE49-F238E27FC236}">
                <a16:creationId xmlns:a16="http://schemas.microsoft.com/office/drawing/2014/main" id="{113A01C5-EBC1-E511-72BE-E5361DAB4205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Online Image Placeholder 16">
            <a:extLst>
              <a:ext uri="{FF2B5EF4-FFF2-40B4-BE49-F238E27FC236}">
                <a16:creationId xmlns:a16="http://schemas.microsoft.com/office/drawing/2014/main" id="{CA85E0EB-A354-8B09-5780-3D75ED9011EC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92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