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3.svg" ContentType="image/svg+xml"/>
  <Override PartName="/ppt/media/image4.svg" ContentType="image/svg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4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27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1746844"/>
            <a:ext cx="7907338" cy="43845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7528-2C1E-DADE-4A9B-658E6F60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F4128-84A8-FF84-85DC-7658E24EBD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D5DAA-70F0-1AF1-B90C-789B3D874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E14320A-72C6-12FA-F8FA-FD3C7CD03B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