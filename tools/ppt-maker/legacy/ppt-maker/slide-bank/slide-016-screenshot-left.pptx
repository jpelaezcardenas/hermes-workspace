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3.svg" ContentType="image/svg+xml"/>
  <Override PartName="/ppt/media/image4.svg" ContentType="image/svg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5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27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746844"/>
            <a:ext cx="7907338" cy="43845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B237-D1FE-2B80-9559-7B2E1393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EF051-A58D-B817-DA7F-80821C454F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7EA7E-556F-25CB-E407-278F6ED38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F4632F-C0CB-FE2F-AEB8-8281428936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3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