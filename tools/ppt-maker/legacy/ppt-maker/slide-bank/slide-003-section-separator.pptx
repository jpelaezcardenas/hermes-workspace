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4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63E1-D7C5-3A52-6800-85E3F1F6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C6864-4A02-93E3-B034-EF59818165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3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