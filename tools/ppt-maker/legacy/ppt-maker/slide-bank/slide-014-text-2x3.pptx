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13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13" Type="http://schemas.openxmlformats.org/officeDocument/2006/relationships/slide" Target="slides/slide12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A400F-A2C0-149C-61A4-218C608C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B141B0-A64F-2B68-99D9-22B5893E3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FC701-69F4-DD95-4294-5F3A3721F3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454E3-AD22-A5B2-86DF-7CFEF19F0E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083551-4699-EDD2-AEAB-9C3C86EB31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BF0DABF-DF54-1A64-212B-19E438CE36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3D89414-D5A3-9F59-7F5F-2759614F147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E55341-71D6-2BD8-6334-AF75B2A03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25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