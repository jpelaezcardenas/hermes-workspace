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17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17" Type="http://schemas.openxmlformats.org/officeDocument/2006/relationships/slide" Target="slides/slide16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00593-E801-AC44-28BC-88031B128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A6404-052C-C893-BEBF-CBAA2F9C4A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9DDFF524-1070-BDE6-8791-5431DAD2C544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3AB9B-FA2C-9C16-BEBF-EF94C3F68F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829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