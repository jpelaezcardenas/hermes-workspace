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18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18" Type="http://schemas.openxmlformats.org/officeDocument/2006/relationships/slide" Target="slides/slide17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98248-96D5-AA40-EF40-431FA503A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9F9A3-1A34-1F0E-A533-FD9C4E805A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F72DD1B3-0355-B8B3-FD0A-078776FB2BF7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2EBD1-1666-5ED0-09E2-836AF574D0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948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