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23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
  <Relationship Id="rId2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23" Type="http://schemas.openxmlformats.org/officeDocument/2006/relationships/slide" Target="slides/slide22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5206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