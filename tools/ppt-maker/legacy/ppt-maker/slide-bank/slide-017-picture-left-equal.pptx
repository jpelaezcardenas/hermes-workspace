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sldIdLst>
    <p:sldId id="256" r:id="rId16"/>
  </p:sldIdLst>
  <p:notesMasterIdLst>
    <p:notesMasterId r:id="rId24"/>
  </p:notes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_rels/presentation.xml.rels><?xml version="1.0" encoding="UTF-8" standalone="yes"?>
<Relationships xmlns="http://schemas.openxmlformats.org/package/2006/relationships">
  <Relationship Id="rId27" Type="http://schemas.openxmlformats.org/officeDocument/2006/relationships/theme" Target="theme/theme1.xml"/>
  <Relationship Id="rId1" Type="http://schemas.openxmlformats.org/officeDocument/2006/relationships/slideMaster" Target="slideMasters/slideMaster1.xml"/>
  <Relationship Id="rId16" Type="http://schemas.openxmlformats.org/officeDocument/2006/relationships/slide" Target="slides/slide15.xml"/>
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D6161-EE0A-C11D-5CDE-3A129913AB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309" y="3602376"/>
            <a:ext cx="10916404" cy="692497"/>
          </a:xfrm>
        </p:spPr>
        <p:txBody>
          <a:bodyPr/>
          <a:lstStyle>
            <a:lvl1pPr>
              <a:defRPr sz="5000" b="0" i="0">
                <a:solidFill>
                  <a:schemeClr val="bg1"/>
                </a:solidFill>
                <a:latin typeface="Figtree Medium" pitchFamily="2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74D6561-26D0-326D-8ED6-70BB9DC1D1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7309" y="4659004"/>
            <a:ext cx="1091640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2700" indent="-12700">
              <a:buNone/>
              <a:tabLst/>
              <a:defRPr sz="2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 dirty="0"/>
              <a:t>Sub-title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4FD300-0945-8C73-97C1-96FB5E8CEE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310" y="2059034"/>
            <a:ext cx="4519612" cy="998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792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9926" y="1238598"/>
            <a:ext cx="7079989" cy="443198"/>
          </a:xfrm>
        </p:spPr>
        <p:txBody>
          <a:bodyPr/>
          <a:lstStyle>
            <a:lvl1pPr>
              <a:defRPr b="1" i="0">
                <a:solidFill>
                  <a:schemeClr val="tx2"/>
                </a:solidFill>
                <a:latin typeface="Figtree SemiBold" pitchFamily="2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678302" y="1930238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1" name="Group">
            <a:extLst>
              <a:ext uri="{FF2B5EF4-FFF2-40B4-BE49-F238E27FC236}">
                <a16:creationId xmlns:a16="http://schemas.microsoft.com/office/drawing/2014/main" id="{CEBC5386-776C-3438-0856-B8D4C0C71498}"/>
              </a:ext>
            </a:extLst>
          </p:cNvPr>
          <p:cNvGrpSpPr/>
          <p:nvPr userDrawn="1"/>
        </p:nvGrpSpPr>
        <p:grpSpPr>
          <a:xfrm>
            <a:off x="829926" y="1870054"/>
            <a:ext cx="8223812" cy="3886078"/>
            <a:chOff x="0" y="0"/>
            <a:chExt cx="9867900" cy="7563254"/>
          </a:xfrm>
        </p:grpSpPr>
        <p:sp>
          <p:nvSpPr>
            <p:cNvPr id="12" name="Line">
              <a:extLst>
                <a:ext uri="{FF2B5EF4-FFF2-40B4-BE49-F238E27FC236}">
                  <a16:creationId xmlns:a16="http://schemas.microsoft.com/office/drawing/2014/main" id="{DE119232-325F-BCA7-E69F-38E6016AF740}"/>
                </a:ext>
              </a:extLst>
            </p:cNvPr>
            <p:cNvSpPr/>
            <p:nvPr/>
          </p:nvSpPr>
          <p:spPr>
            <a:xfrm>
              <a:off x="0" y="1080465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3" name="Line">
              <a:extLst>
                <a:ext uri="{FF2B5EF4-FFF2-40B4-BE49-F238E27FC236}">
                  <a16:creationId xmlns:a16="http://schemas.microsoft.com/office/drawing/2014/main" id="{8BAE927D-CA1D-2122-8DE3-B1D99F9D906D}"/>
                </a:ext>
              </a:extLst>
            </p:cNvPr>
            <p:cNvSpPr/>
            <p:nvPr/>
          </p:nvSpPr>
          <p:spPr>
            <a:xfrm>
              <a:off x="0" y="0"/>
              <a:ext cx="9867901" cy="0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4" name="Line">
              <a:extLst>
                <a:ext uri="{FF2B5EF4-FFF2-40B4-BE49-F238E27FC236}">
                  <a16:creationId xmlns:a16="http://schemas.microsoft.com/office/drawing/2014/main" id="{DFDB8D31-6827-1E31-BFAF-C5B35EB78603}"/>
                </a:ext>
              </a:extLst>
            </p:cNvPr>
            <p:cNvSpPr/>
            <p:nvPr/>
          </p:nvSpPr>
          <p:spPr>
            <a:xfrm>
              <a:off x="0" y="2160930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5" name="Line">
              <a:extLst>
                <a:ext uri="{FF2B5EF4-FFF2-40B4-BE49-F238E27FC236}">
                  <a16:creationId xmlns:a16="http://schemas.microsoft.com/office/drawing/2014/main" id="{44F7D9DF-D0E4-03D7-91D5-ECD6A72B9DB2}"/>
                </a:ext>
              </a:extLst>
            </p:cNvPr>
            <p:cNvSpPr/>
            <p:nvPr/>
          </p:nvSpPr>
          <p:spPr>
            <a:xfrm>
              <a:off x="0" y="4321860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6" name="Line">
              <a:extLst>
                <a:ext uri="{FF2B5EF4-FFF2-40B4-BE49-F238E27FC236}">
                  <a16:creationId xmlns:a16="http://schemas.microsoft.com/office/drawing/2014/main" id="{0CE2030F-E4E3-A2AD-41B8-DC3B2C6E436F}"/>
                </a:ext>
              </a:extLst>
            </p:cNvPr>
            <p:cNvSpPr/>
            <p:nvPr/>
          </p:nvSpPr>
          <p:spPr>
            <a:xfrm>
              <a:off x="0" y="3241395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7" name="Line">
              <a:extLst>
                <a:ext uri="{FF2B5EF4-FFF2-40B4-BE49-F238E27FC236}">
                  <a16:creationId xmlns:a16="http://schemas.microsoft.com/office/drawing/2014/main" id="{6AE0A832-BEAC-7FCC-0338-68130DC8F283}"/>
                </a:ext>
              </a:extLst>
            </p:cNvPr>
            <p:cNvSpPr/>
            <p:nvPr/>
          </p:nvSpPr>
          <p:spPr>
            <a:xfrm>
              <a:off x="0" y="5402324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8" name="Line">
              <a:extLst>
                <a:ext uri="{FF2B5EF4-FFF2-40B4-BE49-F238E27FC236}">
                  <a16:creationId xmlns:a16="http://schemas.microsoft.com/office/drawing/2014/main" id="{2E6A71BB-2F47-FD06-3798-D0E88189F0FE}"/>
                </a:ext>
              </a:extLst>
            </p:cNvPr>
            <p:cNvSpPr/>
            <p:nvPr/>
          </p:nvSpPr>
          <p:spPr>
            <a:xfrm>
              <a:off x="0" y="7563254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9" name="Line">
              <a:extLst>
                <a:ext uri="{FF2B5EF4-FFF2-40B4-BE49-F238E27FC236}">
                  <a16:creationId xmlns:a16="http://schemas.microsoft.com/office/drawing/2014/main" id="{66D6FED1-4A28-7E2A-E557-7E613DFD9559}"/>
                </a:ext>
              </a:extLst>
            </p:cNvPr>
            <p:cNvSpPr/>
            <p:nvPr/>
          </p:nvSpPr>
          <p:spPr>
            <a:xfrm>
              <a:off x="0" y="6482789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8FA2614E-0393-158A-1E02-C186B6C17C4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78302" y="2491054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D30F0877-12D6-3D39-BE7C-A9A5D82FD0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8302" y="3042097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DDEE6725-D7AA-7199-E0EC-3F4CF5892F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78302" y="3592575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E9A32DC1-C149-121E-B98A-035B7E7850B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78302" y="4146925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3C843282-748C-D2D8-5227-65472443DF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78302" y="4707982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B3661E16-284E-B88B-F4E2-85BAA56BDA3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78302" y="5252558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7" name="Online Image Placeholder 26">
            <a:extLst>
              <a:ext uri="{FF2B5EF4-FFF2-40B4-BE49-F238E27FC236}">
                <a16:creationId xmlns:a16="http://schemas.microsoft.com/office/drawing/2014/main" id="{A88418F2-0FA0-5404-4FF6-0E24548AF37D}"/>
              </a:ext>
            </a:extLst>
          </p:cNvPr>
          <p:cNvSpPr>
            <a:spLocks noGrp="1"/>
          </p:cNvSpPr>
          <p:nvPr>
            <p:ph type="clipArt" sz="quarter" idx="18"/>
          </p:nvPr>
        </p:nvSpPr>
        <p:spPr>
          <a:xfrm>
            <a:off x="829926" y="1929857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8" name="Online Image Placeholder 26">
            <a:extLst>
              <a:ext uri="{FF2B5EF4-FFF2-40B4-BE49-F238E27FC236}">
                <a16:creationId xmlns:a16="http://schemas.microsoft.com/office/drawing/2014/main" id="{4B6B75FE-A88D-A5FF-D704-935A981E2D66}"/>
              </a:ext>
            </a:extLst>
          </p:cNvPr>
          <p:cNvSpPr>
            <a:spLocks noGrp="1"/>
          </p:cNvSpPr>
          <p:nvPr>
            <p:ph type="clipArt" sz="quarter" idx="19"/>
          </p:nvPr>
        </p:nvSpPr>
        <p:spPr>
          <a:xfrm>
            <a:off x="829925" y="2490673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9" name="Online Image Placeholder 26">
            <a:extLst>
              <a:ext uri="{FF2B5EF4-FFF2-40B4-BE49-F238E27FC236}">
                <a16:creationId xmlns:a16="http://schemas.microsoft.com/office/drawing/2014/main" id="{0DA26252-4CEE-3E6B-2D38-141C88372843}"/>
              </a:ext>
            </a:extLst>
          </p:cNvPr>
          <p:cNvSpPr>
            <a:spLocks noGrp="1"/>
          </p:cNvSpPr>
          <p:nvPr>
            <p:ph type="clipArt" sz="quarter" idx="20"/>
          </p:nvPr>
        </p:nvSpPr>
        <p:spPr>
          <a:xfrm>
            <a:off x="829924" y="3041716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0" name="Online Image Placeholder 26">
            <a:extLst>
              <a:ext uri="{FF2B5EF4-FFF2-40B4-BE49-F238E27FC236}">
                <a16:creationId xmlns:a16="http://schemas.microsoft.com/office/drawing/2014/main" id="{C749F557-9A8D-4947-3623-01857BE50342}"/>
              </a:ext>
            </a:extLst>
          </p:cNvPr>
          <p:cNvSpPr>
            <a:spLocks noGrp="1"/>
          </p:cNvSpPr>
          <p:nvPr>
            <p:ph type="clipArt" sz="quarter" idx="21"/>
          </p:nvPr>
        </p:nvSpPr>
        <p:spPr>
          <a:xfrm>
            <a:off x="829924" y="3592194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1" name="Online Image Placeholder 26">
            <a:extLst>
              <a:ext uri="{FF2B5EF4-FFF2-40B4-BE49-F238E27FC236}">
                <a16:creationId xmlns:a16="http://schemas.microsoft.com/office/drawing/2014/main" id="{81177E56-4A21-DF41-5348-6D7810C1F2C3}"/>
              </a:ext>
            </a:extLst>
          </p:cNvPr>
          <p:cNvSpPr>
            <a:spLocks noGrp="1"/>
          </p:cNvSpPr>
          <p:nvPr>
            <p:ph type="clipArt" sz="quarter" idx="22"/>
          </p:nvPr>
        </p:nvSpPr>
        <p:spPr>
          <a:xfrm>
            <a:off x="829923" y="4146544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2" name="Online Image Placeholder 26">
            <a:extLst>
              <a:ext uri="{FF2B5EF4-FFF2-40B4-BE49-F238E27FC236}">
                <a16:creationId xmlns:a16="http://schemas.microsoft.com/office/drawing/2014/main" id="{ABAB07BD-E939-78CD-7ABA-A36734250A91}"/>
              </a:ext>
            </a:extLst>
          </p:cNvPr>
          <p:cNvSpPr>
            <a:spLocks noGrp="1"/>
          </p:cNvSpPr>
          <p:nvPr>
            <p:ph type="clipArt" sz="quarter" idx="23"/>
          </p:nvPr>
        </p:nvSpPr>
        <p:spPr>
          <a:xfrm>
            <a:off x="829922" y="4707601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3" name="Online Image Placeholder 26">
            <a:extLst>
              <a:ext uri="{FF2B5EF4-FFF2-40B4-BE49-F238E27FC236}">
                <a16:creationId xmlns:a16="http://schemas.microsoft.com/office/drawing/2014/main" id="{F64E7D49-4C14-A4D4-B351-1EAF3C734753}"/>
              </a:ext>
            </a:extLst>
          </p:cNvPr>
          <p:cNvSpPr>
            <a:spLocks noGrp="1"/>
          </p:cNvSpPr>
          <p:nvPr>
            <p:ph type="clipArt" sz="quarter" idx="24"/>
          </p:nvPr>
        </p:nvSpPr>
        <p:spPr>
          <a:xfrm>
            <a:off x="829921" y="5252177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59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D6161-EE0A-C11D-5CDE-3A129913AB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309" y="2431804"/>
            <a:ext cx="9198285" cy="997196"/>
          </a:xfrm>
        </p:spPr>
        <p:txBody>
          <a:bodyPr/>
          <a:lstStyle>
            <a:lvl1pPr>
              <a:defRPr sz="7200" b="0" i="0">
                <a:solidFill>
                  <a:schemeClr val="bg1"/>
                </a:solidFill>
                <a:latin typeface="Figtree Medium" pitchFamily="2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74D6561-26D0-326D-8ED6-70BB9DC1D1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7310" y="3666018"/>
            <a:ext cx="9198284" cy="390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2700" indent="0">
              <a:buNone/>
              <a:tabLst/>
              <a:defRPr b="0" i="0">
                <a:solidFill>
                  <a:schemeClr val="bg1">
                    <a:lumMod val="85000"/>
                  </a:schemeClr>
                </a:solidFill>
                <a:latin typeface="Figtree" pitchFamily="2" charset="0"/>
              </a:defRPr>
            </a:lvl1pPr>
          </a:lstStyle>
          <a:p>
            <a:pPr lvl="0"/>
            <a:r>
              <a:rPr lang="en-US" dirty="0"/>
              <a:t>Sub-title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BFEAE5-FD9F-FA61-2BA0-5B0663B53B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40134" y="487190"/>
            <a:ext cx="2176347" cy="480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54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798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6" y="1177636"/>
            <a:ext cx="11295063" cy="4918364"/>
          </a:xfrm>
          <a:prstGeom prst="rect">
            <a:avLst/>
          </a:prstGeom>
        </p:spPr>
        <p:txBody>
          <a:bodyPr lIns="0" tIns="0" rIns="0" bIns="0"/>
          <a:lstStyle>
            <a:lvl1pPr marL="12700" indent="0" algn="just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98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6" y="1177636"/>
            <a:ext cx="11295063" cy="559372"/>
          </a:xfrm>
          <a:prstGeom prst="rect">
            <a:avLst/>
          </a:prstGeom>
        </p:spPr>
        <p:txBody>
          <a:bodyPr lIns="0" tIns="0" rIns="0" bIns="0"/>
          <a:lstStyle>
            <a:lvl1pPr marL="12700" indent="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4404DF5B-44B7-39A5-D79E-E8CD6262D95F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57200" y="1928813"/>
            <a:ext cx="11295063" cy="42370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683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468178"/>
            <a:ext cx="3664628" cy="4647744"/>
          </a:xfrm>
          <a:prstGeom prst="rect">
            <a:avLst/>
          </a:prstGeom>
        </p:spPr>
        <p:txBody>
          <a:bodyPr lIns="0" tIns="0" rIns="0" bIns="0"/>
          <a:lstStyle>
            <a:lvl1pPr marL="12700" indent="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4404DF5B-44B7-39A5-D79E-E8CD6262D95F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510573" y="1468178"/>
            <a:ext cx="7223760" cy="460283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395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468178"/>
            <a:ext cx="3664628" cy="4632612"/>
          </a:xfrm>
          <a:prstGeom prst="rect">
            <a:avLst/>
          </a:prstGeom>
        </p:spPr>
        <p:txBody>
          <a:bodyPr lIns="0" tIns="0" rIns="0" bIns="0"/>
          <a:lstStyle>
            <a:lvl1pPr marL="12700" indent="-1270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0085372E-59E4-085F-89EA-D8503CB0B02D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4527733" y="1468438"/>
            <a:ext cx="7223760" cy="46325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46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316182"/>
            <a:ext cx="5118886" cy="4724400"/>
          </a:xfrm>
          <a:prstGeom prst="rect">
            <a:avLst/>
          </a:prstGeom>
        </p:spPr>
        <p:txBody>
          <a:bodyPr lIns="0" tIns="0" rIns="0" bIns="0"/>
          <a:lstStyle>
            <a:lvl1pPr marL="12700" marR="0" indent="-127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DF42BE95-E1ED-5020-1503-40E579E75B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B204BD10-AB0F-47DF-BC12-5D2BECDDFB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15447" y="1316182"/>
            <a:ext cx="5118886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496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316182"/>
            <a:ext cx="3227642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506691" y="1316182"/>
            <a:ext cx="3227642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254E6D4-C426-B3C1-C24D-EBBCF7DB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C1BC57F3-4736-0677-36FE-31B90EF7FF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2179" y="1316182"/>
            <a:ext cx="3227642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577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22491" y="1321776"/>
            <a:ext cx="5404938" cy="235467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254E6D4-C426-B3C1-C24D-EBBCF7DB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40D2152-2808-56DA-4183-5FE69C8688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47791" y="3988904"/>
            <a:ext cx="5404938" cy="20366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BB1E879-47C3-F395-9F6C-6A5903D337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4571" y="1321776"/>
            <a:ext cx="5513363" cy="235467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294ADAD-2F51-A607-9868-D3CC9EC9846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89871" y="3988904"/>
            <a:ext cx="5513363" cy="20366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4295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x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254E6D4-C426-B3C1-C24D-EBBCF7DB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BB1E879-47C3-F395-9F6C-6A5903D337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084" y="1321776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294ADAD-2F51-A607-9868-D3CC9EC9846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5533" y="3988904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8C24F79-0B85-56DD-09FF-5438896D27E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04361" y="1321776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43E47D83-430B-0227-1220-ED6FC524615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39810" y="3988904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D0B440B-FD89-6302-7C77-64A4A02CF9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03189" y="1321776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E6D86996-D027-1225-1BF2-B762C17D585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338638" y="3988904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6371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017;p113" descr="A screenshot of a computer&#10;&#10;Description automatically generated">
            <a:extLst>
              <a:ext uri="{FF2B5EF4-FFF2-40B4-BE49-F238E27FC236}">
                <a16:creationId xmlns:a16="http://schemas.microsoft.com/office/drawing/2014/main" id="{F8F271AE-73A2-E8C7-EBAE-D76ED02466A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5618" t="24334" r="8596" b="32694"/>
          <a:stretch>
            <a:fillRect/>
          </a:stretch>
        </p:blipFill>
        <p:spPr>
          <a:xfrm>
            <a:off x="3861009" y="1595621"/>
            <a:ext cx="7906722" cy="4489764"/>
          </a:xfrm>
          <a:prstGeom prst="roundRect">
            <a:avLst>
              <a:gd name="adj" fmla="val 5678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3799" y="2118291"/>
            <a:ext cx="2955895" cy="4013111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5E36C3B4-B074-D283-A5CC-0CF1974F00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50B409E-E53C-5F58-AD3D-E7947FAB9F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860800" y="2086902"/>
            <a:ext cx="7907338" cy="404449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210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017;p113" descr="A screenshot of a computer&#10;&#10;Description automatically generated">
            <a:extLst>
              <a:ext uri="{FF2B5EF4-FFF2-40B4-BE49-F238E27FC236}">
                <a16:creationId xmlns:a16="http://schemas.microsoft.com/office/drawing/2014/main" id="{F8F271AE-73A2-E8C7-EBAE-D76ED02466A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5618" t="24334" r="8596" b="32694"/>
          <a:stretch>
            <a:fillRect/>
          </a:stretch>
        </p:blipFill>
        <p:spPr>
          <a:xfrm>
            <a:off x="457201" y="1449475"/>
            <a:ext cx="7906722" cy="4489764"/>
          </a:xfrm>
          <a:prstGeom prst="roundRect">
            <a:avLst>
              <a:gd name="adj" fmla="val 5678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875059" y="1983017"/>
            <a:ext cx="2877669" cy="4021696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5E36C3B4-B074-D283-A5CC-0CF1974F00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D2D887E-0DD5-7BB3-4059-4E0FF7686E2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57201" y="1952195"/>
            <a:ext cx="7907338" cy="404449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695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Eq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58769" y="1260764"/>
            <a:ext cx="5375564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0" y="1260475"/>
            <a:ext cx="5375564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AD3FA85E-7FD2-B8DF-AB54-92739D5DBE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6959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Eq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1274619"/>
            <a:ext cx="5375564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6389841" y="1288184"/>
            <a:ext cx="5375564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27F00DD-EAB2-A964-64F6-86AC8623A1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9250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991600" y="1260475"/>
            <a:ext cx="27432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0" y="1260475"/>
            <a:ext cx="8018980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AD3FA85E-7FD2-B8DF-AB54-92739D5DBE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2385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1274619"/>
            <a:ext cx="27432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3760342" y="1288184"/>
            <a:ext cx="8005063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27F00DD-EAB2-A964-64F6-86AC8623A1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0424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80329" y="1274041"/>
            <a:ext cx="77724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0" y="1260475"/>
            <a:ext cx="3200400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4AE244D-01DF-D1C8-8275-F5A04BC544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6443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1274619"/>
            <a:ext cx="77724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8534399" y="1288184"/>
            <a:ext cx="3200400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C6B5C428-3EC3-5095-F816-335011D1AF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9131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Full Wid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5444836"/>
            <a:ext cx="11295528" cy="6096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1" y="1288183"/>
            <a:ext cx="11277598" cy="393466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DCBE6BF-126B-3F79-48D6-C1CF117774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60740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A4FD300-0945-8C73-97C1-96FB5E8CEE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48252" y="2608713"/>
            <a:ext cx="4519612" cy="99867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DE1926-F8AA-54D3-DE0A-8BD16336E159}"/>
              </a:ext>
            </a:extLst>
          </p:cNvPr>
          <p:cNvSpPr txBox="1"/>
          <p:nvPr userDrawn="1"/>
        </p:nvSpPr>
        <p:spPr>
          <a:xfrm>
            <a:off x="3136750" y="4673667"/>
            <a:ext cx="6142616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6000" b="1" i="0" dirty="0">
                <a:solidFill>
                  <a:schemeClr val="bg1"/>
                </a:solidFill>
                <a:latin typeface="Figtree" pitchFamily="2" charset="0"/>
              </a:rPr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82A018-64F0-9473-D0CC-A1D5C958AC7D}"/>
              </a:ext>
            </a:extLst>
          </p:cNvPr>
          <p:cNvSpPr txBox="1"/>
          <p:nvPr userDrawn="1"/>
        </p:nvSpPr>
        <p:spPr>
          <a:xfrm>
            <a:off x="3136750" y="5936530"/>
            <a:ext cx="614261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b="0" i="0" dirty="0" err="1">
                <a:solidFill>
                  <a:schemeClr val="bg1"/>
                </a:solidFill>
                <a:latin typeface="Figtree" pitchFamily="2" charset="0"/>
              </a:rPr>
              <a:t>settlemint.com</a:t>
            </a:r>
            <a:endParaRPr lang="en-US" sz="2400" b="0" i="0" dirty="0">
              <a:solidFill>
                <a:schemeClr val="bg1"/>
              </a:solidFill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714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10E4A8-B9D3-832E-45E8-7DCA8F393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90656"/>
            <a:ext cx="9212093" cy="44319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r>
              <a:rPr lang="en-US" dirty="0"/>
              <a:t>Title block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E504F-DDFE-A3E0-24E0-EF6D997EB2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1764" y="6461091"/>
            <a:ext cx="770965" cy="184666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Figtree Medium" pitchFamily="2" charset="0"/>
              </a:defRPr>
            </a:lvl1pPr>
          </a:lstStyle>
          <a:p>
            <a:fld id="{5D4D6F1E-3745-4C40-BAB6-832CABA61380}" type="slidenum">
              <a:rPr lang="en-US" smtClean="0"/>
              <a:pPr/>
              <a:t>‹#›</a:t>
            </a:fld>
            <a:endParaRPr lang="en-US">
              <a:latin typeface="Figtree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816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2" r:id="rId2"/>
    <p:sldLayoutId id="2147483661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72" r:id="rId9"/>
    <p:sldLayoutId id="2147483673" r:id="rId10"/>
    <p:sldLayoutId id="2147483677" r:id="rId11"/>
    <p:sldLayoutId id="2147483678" r:id="rId12"/>
    <p:sldLayoutId id="2147483675" r:id="rId13"/>
    <p:sldLayoutId id="2147483676" r:id="rId14"/>
    <p:sldLayoutId id="2147483664" r:id="rId15"/>
    <p:sldLayoutId id="2147483667" r:id="rId16"/>
    <p:sldLayoutId id="2147483684" r:id="rId17"/>
    <p:sldLayoutId id="2147483685" r:id="rId18"/>
    <p:sldLayoutId id="2147483669" r:id="rId19"/>
    <p:sldLayoutId id="2147483668" r:id="rId20"/>
    <p:sldLayoutId id="2147483670" r:id="rId21"/>
    <p:sldLayoutId id="2147483671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Figtree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161AC-3994-0B19-2B8A-F7FB99618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597F1E-BFEB-651E-C818-CF9842E372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Online Image Placeholder 3">
            <a:extLst>
              <a:ext uri="{FF2B5EF4-FFF2-40B4-BE49-F238E27FC236}">
                <a16:creationId xmlns:a16="http://schemas.microsoft.com/office/drawing/2014/main" id="{EB5D3E09-2635-0148-1546-5CCA7FE263E2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1AE55B-B61A-826C-B77C-04E3956E3D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SettleMint Confidential | </a:t>
            </a:r>
            <a:fld id="{C1FA820A-35B7-8A43-A5A5-CEBBE55BE679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90794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ettleMint">
      <a:dk1>
        <a:srgbClr val="000000"/>
      </a:dk1>
      <a:lt1>
        <a:srgbClr val="FFFFFF"/>
      </a:lt1>
      <a:dk2>
        <a:srgbClr val="0000FF"/>
      </a:dk2>
      <a:lt2>
        <a:srgbClr val="E8E8E8"/>
      </a:lt2>
      <a:accent1>
        <a:srgbClr val="000099"/>
      </a:accent1>
      <a:accent2>
        <a:srgbClr val="DBB70F"/>
      </a:accent2>
      <a:accent3>
        <a:srgbClr val="0000ED"/>
      </a:accent3>
      <a:accent4>
        <a:srgbClr val="E47C48"/>
      </a:accent4>
      <a:accent5>
        <a:srgbClr val="037352"/>
      </a:accent5>
      <a:accent6>
        <a:srgbClr val="904EFF"/>
      </a:accent6>
      <a:hlink>
        <a:srgbClr val="0066FF"/>
      </a:hlink>
      <a:folHlink>
        <a:srgbClr val="194193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b="0" i="0" dirty="0">
            <a:latin typeface="Figtree" pitchFamily="2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b="0" i="0" dirty="0" smtClean="0">
            <a:latin typeface="Figtree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ettleMint Powerpoint Template Gyan" id="{8B6FE4CB-386D-E942-8CC0-A4FFA9599853}" vid="{D0D0EC9A-5B3F-F74B-92C0-8B27BC7366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134</TotalTime>
  <Words>76</Words>
  <Application>Microsoft Macintosh PowerPoint</Application>
  <PresentationFormat>Widescreen</PresentationFormat>
  <Paragraphs>19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Arial</vt:lpstr>
      <vt:lpstr>Figtree</vt:lpstr>
      <vt:lpstr>Figtree Medium</vt:lpstr>
      <vt:lpstr>Figtree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Gyan Sharma</dc:creator>
  <cp:lastModifiedBy>Gyan Sharma</cp:lastModifiedBy>
  <cp:revision>42</cp:revision>
  <dcterms:created xsi:type="dcterms:W3CDTF">2026-03-16T13:27:37Z</dcterms:created>
  <dcterms:modified xsi:type="dcterms:W3CDTF">2026-03-19T19:58:09Z</dcterms:modified>
</cp:coreProperties>
</file>