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5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1F8D-9358-7100-4000-5452A741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9F3429-29E1-16E5-1FB4-91FD6035E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9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