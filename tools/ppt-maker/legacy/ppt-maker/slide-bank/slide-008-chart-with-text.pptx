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9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8879-5EAD-9B50-ED46-E4585ECF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E20DD-E328-7D98-F5F5-FA86C16878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E2978-786E-95FD-BD87-1CC971931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6E85D6BD-D11A-CBE0-B0A4-E41732C3E62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33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