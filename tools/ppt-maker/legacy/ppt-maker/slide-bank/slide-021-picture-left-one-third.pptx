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20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20" Type="http://schemas.openxmlformats.org/officeDocument/2006/relationships/slide" Target="slides/slide19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80FB0-B413-1AF1-53AB-D3037D618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47B20-BAFF-4EE7-D812-B84E517B12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83BF3218-F71A-85E2-5E71-6893BCDC0E5C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910B0-648D-4DFE-007C-37401FF395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674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