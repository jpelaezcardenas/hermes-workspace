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22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22" Type="http://schemas.openxmlformats.org/officeDocument/2006/relationships/slide" Target="slides/slide21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13CD0-BF7D-7E30-E3DE-1B80630E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CC641-5B87-CE26-236F-F6513349C5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3141E0E9-9006-02DC-7B0B-24E087F13475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DD65BC-FFDE-E843-3D91-BE5B422C0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9327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