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sldIdLst>
    <p:sldId id="256" r:id="rId11"/>
  </p:sldIdLst>
  <p:notesMasterIdLst>
    <p:notesMasterId r:id="rId24"/>
  </p:notes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_rels/presentation.xml.rels><?xml version="1.0" encoding="UTF-8" standalone="yes"?>
<Relationships xmlns="http://schemas.openxmlformats.org/package/2006/relationships">
  <Relationship Id="rId27" Type="http://schemas.openxmlformats.org/officeDocument/2006/relationships/theme" Target="theme/theme1.xml"/>
  <Relationship Id="rId1" Type="http://schemas.openxmlformats.org/officeDocument/2006/relationships/slideMaster" Target="slideMasters/slideMaster1.xml"/>
  <Relationship Id="rId11" Type="http://schemas.openxmlformats.org/officeDocument/2006/relationships/slide" Target="slides/slide10.xml"/>
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3602376"/>
            <a:ext cx="10916404" cy="692497"/>
          </a:xfrm>
        </p:spPr>
        <p:txBody>
          <a:bodyPr/>
          <a:lstStyle>
            <a:lvl1pPr>
              <a:defRPr sz="50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09" y="4659004"/>
            <a:ext cx="1091640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-12700">
              <a:buNone/>
              <a:tabLst/>
              <a:defRPr sz="2000" b="0" i="0">
                <a:solidFill>
                  <a:schemeClr val="bg1"/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310" y="2059034"/>
            <a:ext cx="4519612" cy="99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792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9926" y="1238598"/>
            <a:ext cx="7079989" cy="443198"/>
          </a:xfrm>
        </p:spPr>
        <p:txBody>
          <a:bodyPr/>
          <a:lstStyle>
            <a:lvl1pPr>
              <a:defRPr b="1" i="0">
                <a:solidFill>
                  <a:schemeClr val="tx2"/>
                </a:solidFill>
                <a:latin typeface="Figtree SemiBold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678302" y="193023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">
            <a:extLst>
              <a:ext uri="{FF2B5EF4-FFF2-40B4-BE49-F238E27FC236}">
                <a16:creationId xmlns:a16="http://schemas.microsoft.com/office/drawing/2014/main" id="{CEBC5386-776C-3438-0856-B8D4C0C71498}"/>
              </a:ext>
            </a:extLst>
          </p:cNvPr>
          <p:cNvGrpSpPr/>
          <p:nvPr userDrawn="1"/>
        </p:nvGrpSpPr>
        <p:grpSpPr>
          <a:xfrm>
            <a:off x="829926" y="1870054"/>
            <a:ext cx="8223812" cy="3886078"/>
            <a:chOff x="0" y="0"/>
            <a:chExt cx="9867900" cy="7563254"/>
          </a:xfrm>
        </p:grpSpPr>
        <p:sp>
          <p:nvSpPr>
            <p:cNvPr id="12" name="Line">
              <a:extLst>
                <a:ext uri="{FF2B5EF4-FFF2-40B4-BE49-F238E27FC236}">
                  <a16:creationId xmlns:a16="http://schemas.microsoft.com/office/drawing/2014/main" id="{DE119232-325F-BCA7-E69F-38E6016AF740}"/>
                </a:ext>
              </a:extLst>
            </p:cNvPr>
            <p:cNvSpPr/>
            <p:nvPr/>
          </p:nvSpPr>
          <p:spPr>
            <a:xfrm>
              <a:off x="0" y="108046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3" name="Line">
              <a:extLst>
                <a:ext uri="{FF2B5EF4-FFF2-40B4-BE49-F238E27FC236}">
                  <a16:creationId xmlns:a16="http://schemas.microsoft.com/office/drawing/2014/main" id="{8BAE927D-CA1D-2122-8DE3-B1D99F9D906D}"/>
                </a:ext>
              </a:extLst>
            </p:cNvPr>
            <p:cNvSpPr/>
            <p:nvPr/>
          </p:nvSpPr>
          <p:spPr>
            <a:xfrm>
              <a:off x="0" y="0"/>
              <a:ext cx="9867901" cy="0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4" name="Line">
              <a:extLst>
                <a:ext uri="{FF2B5EF4-FFF2-40B4-BE49-F238E27FC236}">
                  <a16:creationId xmlns:a16="http://schemas.microsoft.com/office/drawing/2014/main" id="{DFDB8D31-6827-1E31-BFAF-C5B35EB78603}"/>
                </a:ext>
              </a:extLst>
            </p:cNvPr>
            <p:cNvSpPr/>
            <p:nvPr/>
          </p:nvSpPr>
          <p:spPr>
            <a:xfrm>
              <a:off x="0" y="216093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44F7D9DF-D0E4-03D7-91D5-ECD6A72B9DB2}"/>
                </a:ext>
              </a:extLst>
            </p:cNvPr>
            <p:cNvSpPr/>
            <p:nvPr/>
          </p:nvSpPr>
          <p:spPr>
            <a:xfrm>
              <a:off x="0" y="4321860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6" name="Line">
              <a:extLst>
                <a:ext uri="{FF2B5EF4-FFF2-40B4-BE49-F238E27FC236}">
                  <a16:creationId xmlns:a16="http://schemas.microsoft.com/office/drawing/2014/main" id="{0CE2030F-E4E3-A2AD-41B8-DC3B2C6E436F}"/>
                </a:ext>
              </a:extLst>
            </p:cNvPr>
            <p:cNvSpPr/>
            <p:nvPr/>
          </p:nvSpPr>
          <p:spPr>
            <a:xfrm>
              <a:off x="0" y="3241395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6AE0A832-BEAC-7FCC-0338-68130DC8F283}"/>
                </a:ext>
              </a:extLst>
            </p:cNvPr>
            <p:cNvSpPr/>
            <p:nvPr/>
          </p:nvSpPr>
          <p:spPr>
            <a:xfrm>
              <a:off x="0" y="540232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8" name="Line">
              <a:extLst>
                <a:ext uri="{FF2B5EF4-FFF2-40B4-BE49-F238E27FC236}">
                  <a16:creationId xmlns:a16="http://schemas.microsoft.com/office/drawing/2014/main" id="{2E6A71BB-2F47-FD06-3798-D0E88189F0FE}"/>
                </a:ext>
              </a:extLst>
            </p:cNvPr>
            <p:cNvSpPr/>
            <p:nvPr/>
          </p:nvSpPr>
          <p:spPr>
            <a:xfrm>
              <a:off x="0" y="7563254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  <p:sp>
          <p:nvSpPr>
            <p:cNvPr id="19" name="Line">
              <a:extLst>
                <a:ext uri="{FF2B5EF4-FFF2-40B4-BE49-F238E27FC236}">
                  <a16:creationId xmlns:a16="http://schemas.microsoft.com/office/drawing/2014/main" id="{66D6FED1-4A28-7E2A-E557-7E613DFD9559}"/>
                </a:ext>
              </a:extLst>
            </p:cNvPr>
            <p:cNvSpPr/>
            <p:nvPr/>
          </p:nvSpPr>
          <p:spPr>
            <a:xfrm>
              <a:off x="0" y="6482789"/>
              <a:ext cx="9867901" cy="1"/>
            </a:xfrm>
            <a:prstGeom prst="line">
              <a:avLst/>
            </a:prstGeom>
            <a:noFill/>
            <a:ln w="12700" cap="flat">
              <a:solidFill>
                <a:srgbClr val="A7A7A7"/>
              </a:solidFill>
              <a:custDash>
                <a:ds d="200000" sp="200000"/>
              </a:custDash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825500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/>
            </a:p>
          </p:txBody>
        </p:sp>
      </p:grp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8FA2614E-0393-158A-1E02-C186B6C17C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678302" y="2491054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D30F0877-12D6-3D39-BE7C-A9A5D82FD0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302" y="3042097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DDEE6725-D7AA-7199-E0EC-3F4CF5892FF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78302" y="359257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9A32DC1-C149-121E-B98A-035B7E7850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678302" y="4146925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3C843282-748C-D2D8-5227-65472443D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78302" y="4707982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3661E16-284E-B88B-F4E2-85BAA56BDA3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78302" y="5252558"/>
            <a:ext cx="6751154" cy="451994"/>
          </a:xfrm>
          <a:prstGeom prst="rect">
            <a:avLst/>
          </a:prstGeom>
        </p:spPr>
        <p:txBody>
          <a:bodyPr/>
          <a:lstStyle>
            <a:lvl1pPr marL="12700" indent="-12700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7" name="Online Image Placeholder 26">
            <a:extLst>
              <a:ext uri="{FF2B5EF4-FFF2-40B4-BE49-F238E27FC236}">
                <a16:creationId xmlns:a16="http://schemas.microsoft.com/office/drawing/2014/main" id="{A88418F2-0FA0-5404-4FF6-0E24548AF37D}"/>
              </a:ext>
            </a:extLst>
          </p:cNvPr>
          <p:cNvSpPr>
            <a:spLocks noGrp="1"/>
          </p:cNvSpPr>
          <p:nvPr>
            <p:ph type="clipArt" sz="quarter" idx="18"/>
          </p:nvPr>
        </p:nvSpPr>
        <p:spPr>
          <a:xfrm>
            <a:off x="829926" y="192985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8" name="Online Image Placeholder 26">
            <a:extLst>
              <a:ext uri="{FF2B5EF4-FFF2-40B4-BE49-F238E27FC236}">
                <a16:creationId xmlns:a16="http://schemas.microsoft.com/office/drawing/2014/main" id="{4B6B75FE-A88D-A5FF-D704-935A981E2D66}"/>
              </a:ext>
            </a:extLst>
          </p:cNvPr>
          <p:cNvSpPr>
            <a:spLocks noGrp="1"/>
          </p:cNvSpPr>
          <p:nvPr>
            <p:ph type="clipArt" sz="quarter" idx="19"/>
          </p:nvPr>
        </p:nvSpPr>
        <p:spPr>
          <a:xfrm>
            <a:off x="829925" y="2490673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Online Image Placeholder 26">
            <a:extLst>
              <a:ext uri="{FF2B5EF4-FFF2-40B4-BE49-F238E27FC236}">
                <a16:creationId xmlns:a16="http://schemas.microsoft.com/office/drawing/2014/main" id="{0DA26252-4CEE-3E6B-2D38-141C88372843}"/>
              </a:ext>
            </a:extLst>
          </p:cNvPr>
          <p:cNvSpPr>
            <a:spLocks noGrp="1"/>
          </p:cNvSpPr>
          <p:nvPr>
            <p:ph type="clipArt" sz="quarter" idx="20"/>
          </p:nvPr>
        </p:nvSpPr>
        <p:spPr>
          <a:xfrm>
            <a:off x="829924" y="3041716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0" name="Online Image Placeholder 26">
            <a:extLst>
              <a:ext uri="{FF2B5EF4-FFF2-40B4-BE49-F238E27FC236}">
                <a16:creationId xmlns:a16="http://schemas.microsoft.com/office/drawing/2014/main" id="{C749F557-9A8D-4947-3623-01857BE50342}"/>
              </a:ext>
            </a:extLst>
          </p:cNvPr>
          <p:cNvSpPr>
            <a:spLocks noGrp="1"/>
          </p:cNvSpPr>
          <p:nvPr>
            <p:ph type="clipArt" sz="quarter" idx="21"/>
          </p:nvPr>
        </p:nvSpPr>
        <p:spPr>
          <a:xfrm>
            <a:off x="829924" y="359219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Online Image Placeholder 26">
            <a:extLst>
              <a:ext uri="{FF2B5EF4-FFF2-40B4-BE49-F238E27FC236}">
                <a16:creationId xmlns:a16="http://schemas.microsoft.com/office/drawing/2014/main" id="{81177E56-4A21-DF41-5348-6D7810C1F2C3}"/>
              </a:ext>
            </a:extLst>
          </p:cNvPr>
          <p:cNvSpPr>
            <a:spLocks noGrp="1"/>
          </p:cNvSpPr>
          <p:nvPr>
            <p:ph type="clipArt" sz="quarter" idx="22"/>
          </p:nvPr>
        </p:nvSpPr>
        <p:spPr>
          <a:xfrm>
            <a:off x="829923" y="4146544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2" name="Online Image Placeholder 26">
            <a:extLst>
              <a:ext uri="{FF2B5EF4-FFF2-40B4-BE49-F238E27FC236}">
                <a16:creationId xmlns:a16="http://schemas.microsoft.com/office/drawing/2014/main" id="{ABAB07BD-E939-78CD-7ABA-A36734250A91}"/>
              </a:ext>
            </a:extLst>
          </p:cNvPr>
          <p:cNvSpPr>
            <a:spLocks noGrp="1"/>
          </p:cNvSpPr>
          <p:nvPr>
            <p:ph type="clipArt" sz="quarter" idx="23"/>
          </p:nvPr>
        </p:nvSpPr>
        <p:spPr>
          <a:xfrm>
            <a:off x="829922" y="4707601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3" name="Online Image Placeholder 26">
            <a:extLst>
              <a:ext uri="{FF2B5EF4-FFF2-40B4-BE49-F238E27FC236}">
                <a16:creationId xmlns:a16="http://schemas.microsoft.com/office/drawing/2014/main" id="{F64E7D49-4C14-A4D4-B351-1EAF3C734753}"/>
              </a:ext>
            </a:extLst>
          </p:cNvPr>
          <p:cNvSpPr>
            <a:spLocks noGrp="1"/>
          </p:cNvSpPr>
          <p:nvPr>
            <p:ph type="clipArt" sz="quarter" idx="24"/>
          </p:nvPr>
        </p:nvSpPr>
        <p:spPr>
          <a:xfrm>
            <a:off x="829921" y="5252177"/>
            <a:ext cx="746305" cy="45275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9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D6161-EE0A-C11D-5CDE-3A129913AB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309" y="2431804"/>
            <a:ext cx="9198285" cy="997196"/>
          </a:xfrm>
        </p:spPr>
        <p:txBody>
          <a:bodyPr/>
          <a:lstStyle>
            <a:lvl1pPr>
              <a:defRPr sz="7200" b="0" i="0">
                <a:solidFill>
                  <a:schemeClr val="bg1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74D6561-26D0-326D-8ED6-70BB9DC1D1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7310" y="3666018"/>
            <a:ext cx="9198284" cy="39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2700" indent="0">
              <a:buNone/>
              <a:tabLst/>
              <a:defRPr b="0" i="0">
                <a:solidFill>
                  <a:schemeClr val="bg1">
                    <a:lumMod val="85000"/>
                  </a:schemeClr>
                </a:solidFill>
                <a:latin typeface="Figtree" pitchFamily="2" charset="0"/>
              </a:defRPr>
            </a:lvl1pPr>
          </a:lstStyle>
          <a:p>
            <a:pPr lvl="0"/>
            <a:r>
              <a:rPr lang="en-US" dirty="0"/>
              <a:t>Sub-title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BFEAE5-FD9F-FA61-2BA0-5B0663B53B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0134" y="487190"/>
            <a:ext cx="2176347" cy="48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4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798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491836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sz="1600">
                <a:latin typeface="Figtree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89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6" y="1177636"/>
            <a:ext cx="11295063" cy="559372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7200" y="1928813"/>
            <a:ext cx="11295063" cy="42370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683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47744"/>
          </a:xfrm>
          <a:prstGeom prst="rect">
            <a:avLst/>
          </a:prstGeom>
        </p:spPr>
        <p:txBody>
          <a:bodyPr lIns="0" tIns="0" rIns="0" bIns="0"/>
          <a:lstStyle>
            <a:lvl1pPr marL="12700" indent="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4404DF5B-44B7-39A5-D79E-E8CD6262D95F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10573" y="1468178"/>
            <a:ext cx="7223760" cy="460283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95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468178"/>
            <a:ext cx="3664628" cy="4632612"/>
          </a:xfrm>
          <a:prstGeom prst="rect">
            <a:avLst/>
          </a:prstGeom>
        </p:spPr>
        <p:txBody>
          <a:bodyPr lIns="0" tIns="0" rIns="0" bIns="0"/>
          <a:lstStyle>
            <a:lvl1pPr marL="12700" indent="-12700" algn="just"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F63F5F5-8A6D-E706-16C3-68D1C65D7D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0085372E-59E4-085F-89EA-D8503CB0B02D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527733" y="1468438"/>
            <a:ext cx="7223760" cy="463255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46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marL="12700" marR="0" indent="-127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DF42BE95-E1ED-5020-1503-40E579E75B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B204BD10-AB0F-47DF-BC12-5D2BECDDFB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15447" y="1316182"/>
            <a:ext cx="5118886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849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667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506691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C1BC57F3-4736-0677-36FE-31B90EF7FF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82179" y="1316182"/>
            <a:ext cx="3227642" cy="47244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577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22491" y="1321776"/>
            <a:ext cx="5404938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40D2152-2808-56DA-4183-5FE69C8688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47791" y="3988904"/>
            <a:ext cx="5404938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4571" y="1321776"/>
            <a:ext cx="5513363" cy="235467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9871" y="3988904"/>
            <a:ext cx="5513363" cy="20366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4295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2x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C254E6D4-C426-B3C1-C24D-EBBCF7DB4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9BB1E879-47C3-F395-9F6C-6A5903D337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0084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294ADAD-2F51-A607-9868-D3CC9EC9846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5533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8C24F79-0B85-56DD-09FF-5438896D27E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04361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3E47D83-430B-0227-1220-ED6FC524615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39810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D0B440B-FD89-6302-7C77-64A4A02CF91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03189" y="1321776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6D86996-D027-1225-1BF2-B762C17D585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38638" y="3988904"/>
            <a:ext cx="3383280" cy="219456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6371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3861009" y="1595621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23799" y="2118291"/>
            <a:ext cx="2955895" cy="4013111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50B409E-E53C-5F58-AD3D-E7947FAB9F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860800" y="2086902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210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017;p113" descr="A screenshot of a computer&#10;&#10;Description automatically generated">
            <a:extLst>
              <a:ext uri="{FF2B5EF4-FFF2-40B4-BE49-F238E27FC236}">
                <a16:creationId xmlns:a16="http://schemas.microsoft.com/office/drawing/2014/main" id="{F8F271AE-73A2-E8C7-EBAE-D76ED02466A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5618" t="24334" r="8596" b="32694"/>
          <a:stretch>
            <a:fillRect/>
          </a:stretch>
        </p:blipFill>
        <p:spPr>
          <a:xfrm>
            <a:off x="457201" y="1449475"/>
            <a:ext cx="7906722" cy="4489764"/>
          </a:xfrm>
          <a:prstGeom prst="roundRect">
            <a:avLst>
              <a:gd name="adj" fmla="val 5678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94F9F41-B2A4-D86B-DF46-745CBBDEA5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75059" y="1983017"/>
            <a:ext cx="2877669" cy="4021696"/>
          </a:xfrm>
          <a:prstGeom prst="rect">
            <a:avLst/>
          </a:prstGeom>
        </p:spPr>
        <p:txBody>
          <a:bodyPr lIns="0" tIns="0" rIns="0" bIns="0"/>
          <a:lstStyle>
            <a:lvl1pPr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5E36C3B4-B074-D283-A5CC-0CF1974F00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D2D887E-0DD5-7BB3-4059-4E0FF7686E2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1" y="1952195"/>
            <a:ext cx="7907338" cy="4044499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69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58769" y="1260764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959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Eq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5375564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6389841" y="1288184"/>
            <a:ext cx="5375564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925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991600" y="1260475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801898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D3FA85E-7FD2-B8DF-AB54-92739D5DBE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238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27432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3760342" y="1288184"/>
            <a:ext cx="8005063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127F00DD-EAB2-A964-64F6-86AC8623A1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042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80329" y="1274041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0" y="1260475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4AE244D-01DF-D1C8-8275-F5A04BC54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6443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One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1274619"/>
            <a:ext cx="7772400" cy="4779818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8534399" y="1288184"/>
            <a:ext cx="3200400" cy="477981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C6B5C428-3EC3-5095-F816-335011D1AF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9131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34D7361-D56A-1F53-44B6-CF39E22B9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square" lIns="0" tIns="0" rIns="0" bIns="0" rtlCol="0" anchor="b">
            <a:spAutoFit/>
          </a:bodyPr>
          <a:lstStyle>
            <a:lvl1pPr>
              <a:defRPr lang="en-US">
                <a:solidFill>
                  <a:schemeClr val="tx2"/>
                </a:solidFill>
                <a:latin typeface="Figtree Medium" pitchFamily="2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2352BB6-FBA2-9615-4269-13659FFDB7C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35595" y="466157"/>
            <a:ext cx="2093765" cy="463720"/>
          </a:xfrm>
          <a:prstGeom prst="rect">
            <a:avLst/>
          </a:prstGeom>
        </p:spPr>
      </p:pic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E2593268-231A-8F6E-DFA3-AB71C3612F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1" y="5444836"/>
            <a:ext cx="11295528" cy="609600"/>
          </a:xfrm>
          <a:prstGeom prst="rect">
            <a:avLst/>
          </a:prstGeom>
        </p:spPr>
        <p:txBody>
          <a:bodyPr lIns="0" tIns="0" rIns="0" bIns="0"/>
          <a:lstStyle>
            <a:lvl1pPr algn="just">
              <a:buNone/>
              <a:defRPr lang="en-US" sz="1600" dirty="0">
                <a:latin typeface="Figtree" pitchFamily="2" charset="0"/>
              </a:defRPr>
            </a:lvl1pPr>
            <a:lvl2pPr>
              <a:defRPr>
                <a:latin typeface="Figtree" pitchFamily="2" charset="0"/>
              </a:defRPr>
            </a:lvl2pPr>
            <a:lvl3pPr>
              <a:defRPr>
                <a:latin typeface="Figtree" pitchFamily="2" charset="0"/>
              </a:defRPr>
            </a:lvl3pPr>
            <a:lvl4pPr>
              <a:defRPr>
                <a:latin typeface="Figtree" pitchFamily="2" charset="0"/>
              </a:defRPr>
            </a:lvl4pPr>
            <a:lvl5pPr>
              <a:defRPr>
                <a:latin typeface="Figtree" pitchFamily="2" charset="0"/>
              </a:defRPr>
            </a:lvl5pPr>
          </a:lstStyle>
          <a:p>
            <a:pPr marL="12700" lvl="0" indent="0" algn="just">
              <a:buNone/>
              <a:tabLst/>
            </a:pPr>
            <a:endParaRPr lang="en-US" dirty="0"/>
          </a:p>
        </p:txBody>
      </p:sp>
      <p:sp>
        <p:nvSpPr>
          <p:cNvPr id="10" name="Online Image Placeholder 9">
            <a:extLst>
              <a:ext uri="{FF2B5EF4-FFF2-40B4-BE49-F238E27FC236}">
                <a16:creationId xmlns:a16="http://schemas.microsoft.com/office/drawing/2014/main" id="{D8596042-6220-9BF5-7813-3351DCF4971E}"/>
              </a:ext>
            </a:extLst>
          </p:cNvPr>
          <p:cNvSpPr>
            <a:spLocks noGrp="1"/>
          </p:cNvSpPr>
          <p:nvPr>
            <p:ph type="clipArt" sz="quarter" idx="13"/>
          </p:nvPr>
        </p:nvSpPr>
        <p:spPr>
          <a:xfrm>
            <a:off x="457201" y="1288183"/>
            <a:ext cx="11277598" cy="393466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ADCBE6BF-126B-3F79-48D6-C1CF11777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922042" y="6337980"/>
            <a:ext cx="1830687" cy="126298"/>
          </a:xfrm>
        </p:spPr>
        <p:txBody>
          <a:bodyPr/>
          <a:lstStyle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SettleMint Confidential | </a:t>
            </a:r>
            <a:fld id="{C1FA820A-35B7-8A43-A5A5-CEBBE55BE67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074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4FD300-0945-8C73-97C1-96FB5E8CEE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948252" y="2608713"/>
            <a:ext cx="4519612" cy="9986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DE1926-F8AA-54D3-DE0A-8BD16336E159}"/>
              </a:ext>
            </a:extLst>
          </p:cNvPr>
          <p:cNvSpPr txBox="1"/>
          <p:nvPr userDrawn="1"/>
        </p:nvSpPr>
        <p:spPr>
          <a:xfrm>
            <a:off x="3136750" y="4673667"/>
            <a:ext cx="6142616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6000" b="1" i="0" dirty="0">
                <a:solidFill>
                  <a:schemeClr val="bg1"/>
                </a:solidFill>
                <a:latin typeface="Figtree" pitchFamily="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2A018-64F0-9473-D0CC-A1D5C958AC7D}"/>
              </a:ext>
            </a:extLst>
          </p:cNvPr>
          <p:cNvSpPr txBox="1"/>
          <p:nvPr userDrawn="1"/>
        </p:nvSpPr>
        <p:spPr>
          <a:xfrm>
            <a:off x="3136750" y="5936530"/>
            <a:ext cx="614261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b="0" i="0" dirty="0" err="1">
                <a:solidFill>
                  <a:schemeClr val="bg1"/>
                </a:solidFill>
                <a:latin typeface="Figtree" pitchFamily="2" charset="0"/>
              </a:rPr>
              <a:t>settlemint.com</a:t>
            </a:r>
            <a:endParaRPr lang="en-US" sz="2400" b="0" i="0" dirty="0">
              <a:solidFill>
                <a:schemeClr val="bg1"/>
              </a:solidFill>
              <a:latin typeface="Figtre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7142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10E4A8-B9D3-832E-45E8-7DCA8F393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90656"/>
            <a:ext cx="9212093" cy="44319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 dirty="0"/>
              <a:t>Title block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E504F-DDFE-A3E0-24E0-EF6D997EB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1764" y="6461091"/>
            <a:ext cx="770965" cy="18466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Figtree Medium" pitchFamily="2" charset="0"/>
              </a:defRPr>
            </a:lvl1pPr>
          </a:lstStyle>
          <a:p>
            <a:fld id="{5D4D6F1E-3745-4C40-BAB6-832CABA61380}" type="slidenum">
              <a:rPr lang="en-US" smtClean="0"/>
              <a:pPr/>
              <a:t>‹#›</a:t>
            </a:fld>
            <a:endParaRPr lang="en-US">
              <a:latin typeface="Figtree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81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2" r:id="rId2"/>
    <p:sldLayoutId id="2147483661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72" r:id="rId9"/>
    <p:sldLayoutId id="2147483673" r:id="rId10"/>
    <p:sldLayoutId id="2147483677" r:id="rId11"/>
    <p:sldLayoutId id="2147483678" r:id="rId12"/>
    <p:sldLayoutId id="2147483675" r:id="rId13"/>
    <p:sldLayoutId id="2147483676" r:id="rId14"/>
    <p:sldLayoutId id="2147483664" r:id="rId15"/>
    <p:sldLayoutId id="2147483667" r:id="rId16"/>
    <p:sldLayoutId id="2147483684" r:id="rId17"/>
    <p:sldLayoutId id="2147483685" r:id="rId18"/>
    <p:sldLayoutId id="2147483669" r:id="rId19"/>
    <p:sldLayoutId id="2147483668" r:id="rId20"/>
    <p:sldLayoutId id="2147483670" r:id="rId21"/>
    <p:sldLayoutId id="214748367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Figtree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1D822-F44B-9D57-5F0B-1D24BFEA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34577-45F9-AB46-B992-26A878DD3D2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BD504-BAFA-2B18-5239-453C6392A3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39FC7-453F-A0F5-B2B5-85065F2D1C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/>
              <a:t>SettleMint Confidential | </a:t>
            </a:r>
            <a:fld id="{C1FA820A-35B7-8A43-A5A5-CEBBE55BE67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3EEE461-6552-CC4E-84BF-5738D6C6D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16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SettleMint">
      <a:dk1>
        <a:srgbClr val="000000"/>
      </a:dk1>
      <a:lt1>
        <a:srgbClr val="FFFFFF"/>
      </a:lt1>
      <a:dk2>
        <a:srgbClr val="0000FF"/>
      </a:dk2>
      <a:lt2>
        <a:srgbClr val="E8E8E8"/>
      </a:lt2>
      <a:accent1>
        <a:srgbClr val="000099"/>
      </a:accent1>
      <a:accent2>
        <a:srgbClr val="DBB70F"/>
      </a:accent2>
      <a:accent3>
        <a:srgbClr val="0000ED"/>
      </a:accent3>
      <a:accent4>
        <a:srgbClr val="E47C48"/>
      </a:accent4>
      <a:accent5>
        <a:srgbClr val="037352"/>
      </a:accent5>
      <a:accent6>
        <a:srgbClr val="904EFF"/>
      </a:accent6>
      <a:hlink>
        <a:srgbClr val="0066FF"/>
      </a:hlink>
      <a:folHlink>
        <a:srgbClr val="19419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b="0" i="0" dirty="0">
            <a:latin typeface="Figtree" pitchFamily="2" charset="0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b="0" i="0" dirty="0" smtClean="0">
            <a:latin typeface="Figtree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ettleMint Powerpoint Template Gyan" id="{8B6FE4CB-386D-E942-8CC0-A4FFA9599853}" vid="{D0D0EC9A-5B3F-F74B-92C0-8B27BC7366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</TotalTime>
  <Words>76</Words>
  <Application>Microsoft Macintosh PowerPoint</Application>
  <PresentationFormat>Widescreen</PresentationFormat>
  <Paragraphs>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Figtree</vt:lpstr>
      <vt:lpstr>Figtree Medium</vt:lpstr>
      <vt:lpstr>Figtree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Gyan Sharma</dc:creator>
  <cp:lastModifiedBy>Gyan Sharma</cp:lastModifiedBy>
  <cp:revision>42</cp:revision>
  <dcterms:created xsi:type="dcterms:W3CDTF">2026-03-16T13:27:37Z</dcterms:created>
  <dcterms:modified xsi:type="dcterms:W3CDTF">2026-03-19T19:58:09Z</dcterms:modified>
</cp:coreProperties>
</file>