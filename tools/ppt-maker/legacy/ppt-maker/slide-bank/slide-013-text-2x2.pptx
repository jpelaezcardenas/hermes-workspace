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2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4616-7581-06F9-A612-85DA4430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9E74B-A6E7-F2FC-B974-C635730343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8A205-DFE2-33A3-4C70-92608184A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63E0E-740B-C418-6ADD-838754A4C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D15BFF-B8CD-A4A3-3F26-D2177B9FA3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A91D-E782-1BEA-52EB-D06FDC4E6B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74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