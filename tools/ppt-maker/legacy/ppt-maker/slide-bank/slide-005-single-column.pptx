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6"/>
  </p:sldIdLst>
  <p:notesMasterIdLst>
    <p:notesMasterId r:id="rId24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
<Relationships xmlns="http://schemas.openxmlformats.org/package/2006/relationships">
  <Relationship Id="rId27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6" Type="http://schemas.openxmlformats.org/officeDocument/2006/relationships/slide" Target="slides/slide5.xml"/>
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3602376"/>
            <a:ext cx="10916404" cy="692497"/>
          </a:xfrm>
        </p:spPr>
        <p:txBody>
          <a:bodyPr/>
          <a:lstStyle>
            <a:lvl1pPr>
              <a:defRPr sz="50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09" y="4659004"/>
            <a:ext cx="1091640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-12700">
              <a:buNone/>
              <a:tabLst/>
              <a:defRPr sz="2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310" y="2059034"/>
            <a:ext cx="4519612" cy="9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926" y="1238598"/>
            <a:ext cx="7079989" cy="443198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78302" y="193023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CEBC5386-776C-3438-0856-B8D4C0C71498}"/>
              </a:ext>
            </a:extLst>
          </p:cNvPr>
          <p:cNvGrpSpPr/>
          <p:nvPr userDrawn="1"/>
        </p:nvGrpSpPr>
        <p:grpSpPr>
          <a:xfrm>
            <a:off x="829926" y="1870054"/>
            <a:ext cx="8223812" cy="3886078"/>
            <a:chOff x="0" y="0"/>
            <a:chExt cx="9867900" cy="7563254"/>
          </a:xfrm>
        </p:grpSpPr>
        <p:sp>
          <p:nvSpPr>
            <p:cNvPr id="12" name="Line">
              <a:extLst>
                <a:ext uri="{FF2B5EF4-FFF2-40B4-BE49-F238E27FC236}">
                  <a16:creationId xmlns:a16="http://schemas.microsoft.com/office/drawing/2014/main" id="{DE119232-325F-BCA7-E69F-38E6016AF740}"/>
                </a:ext>
              </a:extLst>
            </p:cNvPr>
            <p:cNvSpPr/>
            <p:nvPr/>
          </p:nvSpPr>
          <p:spPr>
            <a:xfrm>
              <a:off x="0" y="108046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8BAE927D-CA1D-2122-8DE3-B1D99F9D906D}"/>
                </a:ext>
              </a:extLst>
            </p:cNvPr>
            <p:cNvSpPr/>
            <p:nvPr/>
          </p:nvSpPr>
          <p:spPr>
            <a:xfrm>
              <a:off x="0" y="0"/>
              <a:ext cx="9867901" cy="0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DFDB8D31-6827-1E31-BFAF-C5B35EB78603}"/>
                </a:ext>
              </a:extLst>
            </p:cNvPr>
            <p:cNvSpPr/>
            <p:nvPr/>
          </p:nvSpPr>
          <p:spPr>
            <a:xfrm>
              <a:off x="0" y="216093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4F7D9DF-D0E4-03D7-91D5-ECD6A72B9DB2}"/>
                </a:ext>
              </a:extLst>
            </p:cNvPr>
            <p:cNvSpPr/>
            <p:nvPr/>
          </p:nvSpPr>
          <p:spPr>
            <a:xfrm>
              <a:off x="0" y="432186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CE2030F-E4E3-A2AD-41B8-DC3B2C6E436F}"/>
                </a:ext>
              </a:extLst>
            </p:cNvPr>
            <p:cNvSpPr/>
            <p:nvPr/>
          </p:nvSpPr>
          <p:spPr>
            <a:xfrm>
              <a:off x="0" y="324139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6AE0A832-BEAC-7FCC-0338-68130DC8F283}"/>
                </a:ext>
              </a:extLst>
            </p:cNvPr>
            <p:cNvSpPr/>
            <p:nvPr/>
          </p:nvSpPr>
          <p:spPr>
            <a:xfrm>
              <a:off x="0" y="540232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2E6A71BB-2F47-FD06-3798-D0E88189F0FE}"/>
                </a:ext>
              </a:extLst>
            </p:cNvPr>
            <p:cNvSpPr/>
            <p:nvPr/>
          </p:nvSpPr>
          <p:spPr>
            <a:xfrm>
              <a:off x="0" y="756325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66D6FED1-4A28-7E2A-E557-7E613DFD9559}"/>
                </a:ext>
              </a:extLst>
            </p:cNvPr>
            <p:cNvSpPr/>
            <p:nvPr/>
          </p:nvSpPr>
          <p:spPr>
            <a:xfrm>
              <a:off x="0" y="6482789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FA2614E-0393-158A-1E02-C186B6C17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8302" y="2491054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30F0877-12D6-3D39-BE7C-A9A5D82FD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302" y="3042097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EE6725-D7AA-7199-E0EC-3F4CF5892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8302" y="359257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9A32DC1-C149-121E-B98A-035B7E785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8302" y="414692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C843282-748C-D2D8-5227-65472443D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8302" y="4707982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3661E16-284E-B88B-F4E2-85BAA56BD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8302" y="525255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Online Image Placeholder 26">
            <a:extLst>
              <a:ext uri="{FF2B5EF4-FFF2-40B4-BE49-F238E27FC236}">
                <a16:creationId xmlns:a16="http://schemas.microsoft.com/office/drawing/2014/main" id="{A88418F2-0FA0-5404-4FF6-0E24548AF37D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829926" y="192985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Online Image Placeholder 26">
            <a:extLst>
              <a:ext uri="{FF2B5EF4-FFF2-40B4-BE49-F238E27FC236}">
                <a16:creationId xmlns:a16="http://schemas.microsoft.com/office/drawing/2014/main" id="{4B6B75FE-A88D-A5FF-D704-935A981E2D66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829925" y="2490673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Online Image Placeholder 26">
            <a:extLst>
              <a:ext uri="{FF2B5EF4-FFF2-40B4-BE49-F238E27FC236}">
                <a16:creationId xmlns:a16="http://schemas.microsoft.com/office/drawing/2014/main" id="{0DA26252-4CEE-3E6B-2D38-141C8837284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829924" y="3041716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26">
            <a:extLst>
              <a:ext uri="{FF2B5EF4-FFF2-40B4-BE49-F238E27FC236}">
                <a16:creationId xmlns:a16="http://schemas.microsoft.com/office/drawing/2014/main" id="{C749F557-9A8D-4947-3623-01857BE5034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829924" y="359219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26">
            <a:extLst>
              <a:ext uri="{FF2B5EF4-FFF2-40B4-BE49-F238E27FC236}">
                <a16:creationId xmlns:a16="http://schemas.microsoft.com/office/drawing/2014/main" id="{81177E56-4A21-DF41-5348-6D7810C1F2C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829923" y="414654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Online Image Placeholder 26">
            <a:extLst>
              <a:ext uri="{FF2B5EF4-FFF2-40B4-BE49-F238E27FC236}">
                <a16:creationId xmlns:a16="http://schemas.microsoft.com/office/drawing/2014/main" id="{ABAB07BD-E939-78CD-7ABA-A36734250A91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829922" y="4707601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Online Image Placeholder 26">
            <a:extLst>
              <a:ext uri="{FF2B5EF4-FFF2-40B4-BE49-F238E27FC236}">
                <a16:creationId xmlns:a16="http://schemas.microsoft.com/office/drawing/2014/main" id="{F64E7D49-4C14-A4D4-B351-1EAF3C73475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829921" y="525217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2431804"/>
            <a:ext cx="9198285" cy="997196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3666018"/>
            <a:ext cx="9198284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0">
              <a:buNone/>
              <a:tabLst/>
              <a:defRPr b="0" i="0">
                <a:solidFill>
                  <a:schemeClr val="bg1">
                    <a:lumMod val="85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EAE5-FD9F-FA61-2BA0-5B0663B53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0134" y="487190"/>
            <a:ext cx="2176347" cy="48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491836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559372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7200" y="1928813"/>
            <a:ext cx="11295063" cy="4237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4774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10573" y="1468178"/>
            <a:ext cx="7223760" cy="460283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3261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085372E-59E4-085F-89EA-D8503CB0B0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7733" y="1468438"/>
            <a:ext cx="7223760" cy="46325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-127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F42BE95-E1ED-5020-1503-40E579E75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204BD10-AB0F-47DF-BC12-5D2BECDDF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44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9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1BC57F3-4736-0677-36FE-31B90EF7F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179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2491" y="1321776"/>
            <a:ext cx="5404938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0D2152-2808-56DA-4183-5FE69C868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7791" y="3988904"/>
            <a:ext cx="5404938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71" y="1321776"/>
            <a:ext cx="5513363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9871" y="3988904"/>
            <a:ext cx="5513363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2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084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533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C24F79-0B85-56DD-09FF-5438896D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4361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3E47D83-430B-0227-1220-ED6FC52461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9810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0B440B-FD89-6302-7C77-64A4A02CF9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189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D86996-D027-1225-1BF2-B762C17D58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8638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37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3861009" y="1595621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3799" y="2118291"/>
            <a:ext cx="2955895" cy="4013111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0B409E-E53C-5F58-AD3D-E7947FAB9F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0800" y="2086902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457201" y="1449475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5059" y="1983017"/>
            <a:ext cx="2877669" cy="402169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2D887E-0DD5-7BB3-4059-4E0FF7686E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1" y="1952195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769" y="1260764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389841" y="1288184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2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1600" y="1260475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801898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60342" y="1288184"/>
            <a:ext cx="8005063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2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0329" y="1274041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AE244D-01DF-D1C8-8275-F5A04BC54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4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8534399" y="1288184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6B5C428-3EC3-5095-F816-335011D1A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1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5444836"/>
            <a:ext cx="11295528" cy="6096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1" y="1288183"/>
            <a:ext cx="11277598" cy="39346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CBE6BF-126B-3F79-48D6-C1CF11777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252" y="2608713"/>
            <a:ext cx="4519612" cy="998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E1926-F8AA-54D3-DE0A-8BD16336E159}"/>
              </a:ext>
            </a:extLst>
          </p:cNvPr>
          <p:cNvSpPr txBox="1"/>
          <p:nvPr userDrawn="1"/>
        </p:nvSpPr>
        <p:spPr>
          <a:xfrm>
            <a:off x="3136750" y="4673667"/>
            <a:ext cx="61426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A018-64F0-9473-D0CC-A1D5C958AC7D}"/>
              </a:ext>
            </a:extLst>
          </p:cNvPr>
          <p:cNvSpPr txBox="1"/>
          <p:nvPr userDrawn="1"/>
        </p:nvSpPr>
        <p:spPr>
          <a:xfrm>
            <a:off x="3136750" y="5936530"/>
            <a:ext cx="614261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0" i="0" dirty="0" err="1">
                <a:solidFill>
                  <a:schemeClr val="bg1"/>
                </a:solidFill>
                <a:latin typeface="Figtree" pitchFamily="2" charset="0"/>
              </a:rPr>
              <a:t>settlemint.com</a:t>
            </a:r>
            <a:endParaRPr lang="en-US" sz="2400" b="0" i="0" dirty="0">
              <a:solidFill>
                <a:schemeClr val="bg1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1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0E4A8-B9D3-832E-45E8-7DCA8F39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0656"/>
            <a:ext cx="9212093" cy="4431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Title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04F-DDFE-A3E0-24E0-EF6D997EB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1764" y="6461091"/>
            <a:ext cx="770965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Figtree Medium" pitchFamily="2" charset="0"/>
              </a:defRPr>
            </a:lvl1pPr>
          </a:lstStyle>
          <a:p>
            <a:fld id="{5D4D6F1E-3745-4C40-BAB6-832CABA61380}" type="slidenum">
              <a:rPr lang="en-US" smtClean="0"/>
              <a:pPr/>
              <a:t>‹#›</a:t>
            </a:fld>
            <a:endParaRPr lang="en-US">
              <a:latin typeface="Figtre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7" r:id="rId11"/>
    <p:sldLayoutId id="2147483678" r:id="rId12"/>
    <p:sldLayoutId id="2147483675" r:id="rId13"/>
    <p:sldLayoutId id="2147483676" r:id="rId14"/>
    <p:sldLayoutId id="2147483664" r:id="rId15"/>
    <p:sldLayoutId id="2147483667" r:id="rId16"/>
    <p:sldLayoutId id="2147483684" r:id="rId17"/>
    <p:sldLayoutId id="2147483685" r:id="rId18"/>
    <p:sldLayoutId id="2147483669" r:id="rId19"/>
    <p:sldLayoutId id="2147483668" r:id="rId20"/>
    <p:sldLayoutId id="2147483670" r:id="rId21"/>
    <p:sldLayoutId id="214748367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igtr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1B65A-0063-1E59-6478-09CD463AB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4824B-98E7-C165-0A72-1D31631EA2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839E1-AE66-AE1F-0C55-8F70131B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236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ttleMint">
      <a:dk1>
        <a:srgbClr val="000000"/>
      </a:dk1>
      <a:lt1>
        <a:srgbClr val="FFFFFF"/>
      </a:lt1>
      <a:dk2>
        <a:srgbClr val="0000FF"/>
      </a:dk2>
      <a:lt2>
        <a:srgbClr val="E8E8E8"/>
      </a:lt2>
      <a:accent1>
        <a:srgbClr val="000099"/>
      </a:accent1>
      <a:accent2>
        <a:srgbClr val="DBB70F"/>
      </a:accent2>
      <a:accent3>
        <a:srgbClr val="0000ED"/>
      </a:accent3>
      <a:accent4>
        <a:srgbClr val="E47C48"/>
      </a:accent4>
      <a:accent5>
        <a:srgbClr val="037352"/>
      </a:accent5>
      <a:accent6>
        <a:srgbClr val="904EFF"/>
      </a:accent6>
      <a:hlink>
        <a:srgbClr val="0066FF"/>
      </a:hlink>
      <a:folHlink>
        <a:srgbClr val="194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0" i="0" dirty="0">
            <a:latin typeface="Figtree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b="0" i="0" dirty="0" smtClean="0">
            <a:latin typeface="Figtree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ttleMint Powerpoint Template Gyan" id="{8B6FE4CB-386D-E942-8CC0-A4FFA9599853}" vid="{D0D0EC9A-5B3F-F74B-92C0-8B27BC7366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76</Words>
  <Application>Microsoft Macintosh PowerPoint</Application>
  <PresentationFormat>Widescreen</PresentationFormat>
  <Paragraphs>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Figtree</vt:lpstr>
      <vt:lpstr>Figtree Medium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 Sharma</dc:creator>
  <cp:lastModifiedBy>Gyan Sharma</cp:lastModifiedBy>
  <cp:revision>42</cp:revision>
  <dcterms:created xsi:type="dcterms:W3CDTF">2026-03-16T13:27:37Z</dcterms:created>
  <dcterms:modified xsi:type="dcterms:W3CDTF">2026-03-19T19:58:09Z</dcterms:modified>
</cp:coreProperties>
</file>