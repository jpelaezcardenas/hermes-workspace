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1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21" Type="http://schemas.openxmlformats.org/officeDocument/2006/relationships/slide" Target="slides/slide20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B46F-2BA7-EE7E-01F9-43829AEC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4C6D8-A465-7B99-C1B3-542315DB95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AE8A4494-E58A-8B8C-A015-79AD9C93CD16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192A-9A2C-E32F-AAE8-1E05406D8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4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