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7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7" Type="http://schemas.openxmlformats.org/officeDocument/2006/relationships/slide" Target="slides/slide6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648B7-1082-13D4-CA83-48362910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93562-49FA-BFFC-A920-A82DE37F74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12D9C-FF17-24E8-DB28-667280316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72287062-8D16-3297-C35F-CCA18BB114E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6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