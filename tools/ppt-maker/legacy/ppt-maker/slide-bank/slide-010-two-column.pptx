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0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0" Type="http://schemas.openxmlformats.org/officeDocument/2006/relationships/slide" Target="slides/slide9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FE3E-11EE-F8B3-D508-257E45B9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BAE15-5E93-1C0D-2CE1-BC9B96CB6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E995D-74BC-0FD8-4807-121708BC8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7DAA2-A267-F83C-DB99-B0CF335A81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0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