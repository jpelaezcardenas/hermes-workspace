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61FE-7094-9FD7-36D3-89745951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E56E4-328C-D15F-C5C7-1699C0003D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