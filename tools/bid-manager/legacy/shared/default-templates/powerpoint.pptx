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81" r:id="rId2"/>
    <p:sldId id="257" r:id="rId3"/>
    <p:sldId id="258" r:id="rId4"/>
    <p:sldId id="259" r:id="rId5"/>
    <p:sldId id="28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9C49"/>
    <a:srgbClr val="184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8"/>
    <p:restoredTop sz="94681"/>
  </p:normalViewPr>
  <p:slideViewPr>
    <p:cSldViewPr snapToGrid="0">
      <p:cViewPr varScale="1">
        <p:scale>
          <a:sx n="111" d="100"/>
          <a:sy n="111" d="100"/>
        </p:scale>
        <p:origin x="96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DB313-9023-674F-AFE9-98D1786DE9B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9DB0-E6B3-1B42-9581-E7044AF7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7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463876"/>
            <a:ext cx="9020257" cy="830997"/>
          </a:xfrm>
        </p:spPr>
        <p:txBody>
          <a:bodyPr/>
          <a:lstStyle>
            <a:lvl1pPr>
              <a:defRPr sz="6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4659004"/>
            <a:ext cx="9020256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965040"/>
            <a:ext cx="5118886" cy="407554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791A93F-6976-2748-A3C1-7DB77B19A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5ED4006-0958-74AC-3747-3553EB6358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5" y="1459149"/>
            <a:ext cx="5118886" cy="276999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b="1" i="0" dirty="0">
                <a:latin typeface="Figtree SemiBold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7428943-D3F6-5786-4CC4-6605874D2F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15447" y="1487063"/>
            <a:ext cx="5118886" cy="276999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b="1" i="0" dirty="0">
                <a:latin typeface="Figtree SemiBold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229C8A3-9ECA-D4AA-F60B-7BE9D21E93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15447" y="1965040"/>
            <a:ext cx="5118886" cy="4075542"/>
          </a:xfrm>
          <a:prstGeom prst="rect">
            <a:avLst/>
          </a:prstGeom>
        </p:spPr>
        <p:txBody>
          <a:bodyPr lIns="0" tIns="0" rIns="0" bIns="0"/>
          <a:lstStyle>
            <a:lvl1pPr marL="1270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6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965040"/>
            <a:ext cx="3227642" cy="4075542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965040"/>
            <a:ext cx="3227642" cy="4075542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7F12A8D-8D15-00C7-1F84-1440844F1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7597153-F5D2-D23C-4579-DD40BA60A1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5" y="1459149"/>
            <a:ext cx="3227642" cy="276999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2703513-AA5E-188E-F8C5-1FBC9351B8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911" y="1459149"/>
            <a:ext cx="3227642" cy="276999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8D81F57-722D-0C6B-6C81-EC02F42217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25087" y="1459149"/>
            <a:ext cx="3227642" cy="276999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E1DEDEF-3DF9-CCE2-3BD6-896E3FA2C6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82179" y="1965040"/>
            <a:ext cx="3227642" cy="4075542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4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63" r:id="rId9"/>
    <p:sldLayoutId id="2147483672" r:id="rId10"/>
    <p:sldLayoutId id="2147483666" r:id="rId11"/>
    <p:sldLayoutId id="2147483673" r:id="rId12"/>
    <p:sldLayoutId id="2147483677" r:id="rId13"/>
    <p:sldLayoutId id="2147483678" r:id="rId14"/>
    <p:sldLayoutId id="2147483675" r:id="rId15"/>
    <p:sldLayoutId id="2147483676" r:id="rId16"/>
    <p:sldLayoutId id="2147483664" r:id="rId17"/>
    <p:sldLayoutId id="2147483667" r:id="rId18"/>
    <p:sldLayoutId id="2147483684" r:id="rId19"/>
    <p:sldLayoutId id="2147483685" r:id="rId20"/>
    <p:sldLayoutId id="2147483669" r:id="rId21"/>
    <p:sldLayoutId id="2147483668" r:id="rId22"/>
    <p:sldLayoutId id="2147483670" r:id="rId23"/>
    <p:sldLayoutId id="2147483671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61FE-7094-9FD7-36D3-89745951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E56E4-328C-D15F-C5C7-1699C0003D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5CBE-893D-1048-BE2F-FC5B170B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B995-A918-2918-9234-5D6BFA9A9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8C686-DA6F-2A35-E99B-8D8707AC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E3FE-2F3D-54DA-2C02-74F4C7DD16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6A76D1-24D9-396D-E7F0-FBB8D18C60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2865E8-7ED1-6BCF-3AB7-C70102301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892835-F196-ACB4-5464-9EA2228257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C84730-46FC-CAC5-68CC-A121F3342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5401A5-60DC-2ADA-84BD-B02913BD73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CD568E3A-9BC9-1DE2-7C3E-D31C025F4A4E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0CC1CC56-1037-10EB-51C9-725DEC900211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38E19919-05E1-E6BD-CE0C-6ABB4B0BD841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9A2E5A46-0FF1-2CD0-C5F7-E83416E28B8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91862681-7D84-88A3-3982-C6D4ED6D80E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113A01C5-EBC1-E511-72BE-E5361DAB4205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CA85E0EB-A354-8B09-5780-3D75ED9011EC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9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63E1-D7C5-3A52-6800-85E3F1F6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C6864-4A02-93E3-B034-EF59818165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3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1F8D-9358-7100-4000-5452A741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9F3429-29E1-16E5-1FB4-91FD6035E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9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B65A-0063-1E59-6478-09CD463A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4824B-98E7-C165-0A72-1D31631EA2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839E1-AE66-AE1F-0C55-8F70131B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23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48B7-1082-13D4-CA83-48362910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93562-49FA-BFFC-A920-A82DE37F7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12D9C-FF17-24E8-DB28-667280316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72287062-8D16-3297-C35F-CCA18BB114E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2E02-C12D-46ED-BEA1-6CC8198A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11450-D3CB-F9BD-C36A-9D30AF147E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CBD8F-0D50-28D9-4097-1734076FD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AE35F52-AC07-BF81-D11D-B8AF269227D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6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8879-5EAD-9B50-ED46-E4585ECF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E20DD-E328-7D98-F5F5-FA86C16878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E2978-786E-95FD-BD87-1CC971931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6E85D6BD-D11A-CBE0-B0A4-E41732C3E62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3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896D-71C6-5C4E-8ECB-9921C8C3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F43C-34D9-5D65-7574-FE7EFC0DBC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E3737-3DC7-39EB-B68B-A481EAD4A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98A67-0D91-E59D-77DB-C77DC3DFD9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72D5F9-DABB-1C0F-4B79-A2FA756B8B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0A1579-9939-59A1-E40F-F1790FC972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58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FE3E-11EE-F8B3-D508-257E45B9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BAE15-5E93-1C0D-2CE1-BC9B96CB6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E995D-74BC-0FD8-4807-121708BC8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7DAA2-A267-F83C-DB99-B0CF335A81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0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1475-E46C-2191-2AB4-66F9266B4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2B0E0-16B0-801F-1B17-7F8069B7D5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74C9E-5A1B-C24E-D965-68200E2F10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774C2-D064-5873-3D15-BA1F40740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D97BD-FB25-CF92-8827-39679D6675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DB15E8-6E10-D5DD-F055-38E293EAE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D3816A-7ECB-B433-0E27-874CE44AA1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A93EB4-75B5-38FF-A4A9-2F42E2614F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D822-F44B-9D57-5F0B-1D24BFEA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4577-45F9-AB46-B992-26A878DD3D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BD504-BAFA-2B18-5239-453C6392A3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39FC7-453F-A0F5-B2B5-85065F2D1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EEE461-6552-CC4E-84BF-5738D6C6D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4616-7581-06F9-A612-85DA4430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9E74B-A6E7-F2FC-B974-C635730343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8A205-DFE2-33A3-4C70-92608184A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63E0E-740B-C418-6ADD-838754A4C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D15BFF-B8CD-A4A3-3F26-D2177B9FA3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A91D-E782-1BEA-52EB-D06FDC4E6B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74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400F-A2C0-149C-61A4-218C608C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141B0-A64F-2B68-99D9-22B5893E3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FC701-69F4-DD95-4294-5F3A3721F3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454E3-AD22-A5B2-86DF-7CFEF19F0E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083551-4699-EDD2-AEAB-9C3C86EB31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F0DABF-DF54-1A64-212B-19E438CE36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D89414-D5A3-9F59-7F5F-2759614F147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E55341-71D6-2BD8-6334-AF75B2A03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25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7528-2C1E-DADE-4A9B-658E6F60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F4128-84A8-FF84-85DC-7658E24EBD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D5DAA-70F0-1AF1-B90C-789B3D874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E14320A-72C6-12FA-F8FA-FD3C7CD03B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5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B237-D1FE-2B80-9559-7B2E1393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EF051-A58D-B817-DA7F-80821C454F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7EA7E-556F-25CB-E407-278F6ED38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F4632F-C0CB-FE2F-AEB8-8281428936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30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161AC-3994-0B19-2B8A-F7FB9961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97F1E-BFEB-651E-C818-CF9842E37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EB5D3E09-2635-0148-1546-5CCA7FE263E2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AE55B-B61A-826C-B77C-04E3956E3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07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0593-E801-AC44-28BC-88031B12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A6404-052C-C893-BEBF-CBAA2F9C4A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9DDFF524-1070-BDE6-8791-5431DAD2C544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3AB9B-FA2C-9C16-BEBF-EF94C3F68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829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8248-96D5-AA40-EF40-431FA503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9F9A3-1A34-1F0E-A533-FD9C4E805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F72DD1B3-0355-B8B3-FD0A-078776FB2BF7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2EBD1-1666-5ED0-09E2-836AF574D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948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60E9-303E-8F26-EF17-8C6E0D82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FC663-6837-CB71-174D-5E96AFBA11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78F844BB-7864-9749-3E9E-B22289758947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3FF33-378E-F8D0-8BCB-42A547642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95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0FB0-B413-1AF1-53AB-D3037D61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47B20-BAFF-4EE7-D812-B84E517B12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83BF3218-F71A-85E2-5E71-6893BCDC0E5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910B0-648D-4DFE-007C-37401FF39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74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B46F-2BA7-EE7E-01F9-43829AEC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4C6D8-A465-7B99-C1B3-542315DB95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AE8A4494-E58A-8B8C-A015-79AD9C93CD16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192A-9A2C-E32F-AAE8-1E05406D8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4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3CD0-BF7D-7E30-E3DE-1B80630E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C641-5B87-CE26-236F-F6513349C5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3141E0E9-9006-02DC-7B0B-24E087F13475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D65BC-FFDE-E843-3D91-BE5B422C0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27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206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84</Words>
  <Application>Microsoft Macintosh PowerPoint</Application>
  <PresentationFormat>Widescreen</PresentationFormat>
  <Paragraphs>21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40</cp:revision>
  <dcterms:created xsi:type="dcterms:W3CDTF">2026-03-16T13:27:37Z</dcterms:created>
  <dcterms:modified xsi:type="dcterms:W3CDTF">2026-03-19T12:23:39Z</dcterms:modified>
</cp:coreProperties>
</file>